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BDF3"/>
    <a:srgbClr val="00CC66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CABF1A-AC3E-49EE-9F46-3834C89674B3}" v="13" dt="2026-01-23T17:43:44.1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us Ferreira" userId="6812419b9d4db205" providerId="LiveId" clId="{3686751A-7E85-438C-A520-65A5FC13965D}"/>
    <pc:docChg chg="undo custSel modSld">
      <pc:chgData name="Matheus Ferreira" userId="6812419b9d4db205" providerId="LiveId" clId="{3686751A-7E85-438C-A520-65A5FC13965D}" dt="2026-01-23T21:48:37.471" v="142" actId="14100"/>
      <pc:docMkLst>
        <pc:docMk/>
      </pc:docMkLst>
      <pc:sldChg chg="addSp delSp modSp mod">
        <pc:chgData name="Matheus Ferreira" userId="6812419b9d4db205" providerId="LiveId" clId="{3686751A-7E85-438C-A520-65A5FC13965D}" dt="2026-01-23T21:48:37.471" v="142" actId="14100"/>
        <pc:sldMkLst>
          <pc:docMk/>
          <pc:sldMk cId="3211902230" sldId="256"/>
        </pc:sldMkLst>
        <pc:spChg chg="mod">
          <ac:chgData name="Matheus Ferreira" userId="6812419b9d4db205" providerId="LiveId" clId="{3686751A-7E85-438C-A520-65A5FC13965D}" dt="2026-01-23T17:31:41.478" v="97" actId="14100"/>
          <ac:spMkLst>
            <pc:docMk/>
            <pc:sldMk cId="3211902230" sldId="256"/>
            <ac:spMk id="4" creationId="{7A36E647-5797-077C-F2A7-FE0100EBE188}"/>
          </ac:spMkLst>
        </pc:spChg>
        <pc:spChg chg="add mod">
          <ac:chgData name="Matheus Ferreira" userId="6812419b9d4db205" providerId="LiveId" clId="{3686751A-7E85-438C-A520-65A5FC13965D}" dt="2026-01-23T21:48:19.082" v="138" actId="14100"/>
          <ac:spMkLst>
            <pc:docMk/>
            <pc:sldMk cId="3211902230" sldId="256"/>
            <ac:spMk id="5" creationId="{FDF23EF4-654F-03AF-7E28-4C3DDDBEECED}"/>
          </ac:spMkLst>
        </pc:spChg>
        <pc:spChg chg="add del mod">
          <ac:chgData name="Matheus Ferreira" userId="6812419b9d4db205" providerId="LiveId" clId="{3686751A-7E85-438C-A520-65A5FC13965D}" dt="2026-01-23T17:21:59.120" v="41" actId="478"/>
          <ac:spMkLst>
            <pc:docMk/>
            <pc:sldMk cId="3211902230" sldId="256"/>
            <ac:spMk id="6" creationId="{3E83028B-E9BF-A60F-7132-3F2A5FD694C0}"/>
          </ac:spMkLst>
        </pc:spChg>
        <pc:spChg chg="add del mod">
          <ac:chgData name="Matheus Ferreira" userId="6812419b9d4db205" providerId="LiveId" clId="{3686751A-7E85-438C-A520-65A5FC13965D}" dt="2026-01-23T17:26:07.730" v="66" actId="478"/>
          <ac:spMkLst>
            <pc:docMk/>
            <pc:sldMk cId="3211902230" sldId="256"/>
            <ac:spMk id="11" creationId="{86B2DBD3-49F8-964E-1D4C-42B5F9199D4B}"/>
          </ac:spMkLst>
        </pc:spChg>
        <pc:spChg chg="add mod">
          <ac:chgData name="Matheus Ferreira" userId="6812419b9d4db205" providerId="LiveId" clId="{3686751A-7E85-438C-A520-65A5FC13965D}" dt="2026-01-23T17:26:41.066" v="74" actId="14100"/>
          <ac:spMkLst>
            <pc:docMk/>
            <pc:sldMk cId="3211902230" sldId="256"/>
            <ac:spMk id="12" creationId="{193178A6-418E-8776-FB03-642B0FF05616}"/>
          </ac:spMkLst>
        </pc:spChg>
        <pc:spChg chg="add mod">
          <ac:chgData name="Matheus Ferreira" userId="6812419b9d4db205" providerId="LiveId" clId="{3686751A-7E85-438C-A520-65A5FC13965D}" dt="2026-01-23T17:27:48.920" v="85" actId="207"/>
          <ac:spMkLst>
            <pc:docMk/>
            <pc:sldMk cId="3211902230" sldId="256"/>
            <ac:spMk id="13" creationId="{1091B80A-64F8-04D8-6D1A-9A28EB87655D}"/>
          </ac:spMkLst>
        </pc:spChg>
        <pc:spChg chg="add mod">
          <ac:chgData name="Matheus Ferreira" userId="6812419b9d4db205" providerId="LiveId" clId="{3686751A-7E85-438C-A520-65A5FC13965D}" dt="2026-01-23T17:27:20.385" v="81" actId="207"/>
          <ac:spMkLst>
            <pc:docMk/>
            <pc:sldMk cId="3211902230" sldId="256"/>
            <ac:spMk id="14" creationId="{0509D012-2256-CCCA-E2E0-5091216D59C5}"/>
          </ac:spMkLst>
        </pc:spChg>
        <pc:spChg chg="add mod">
          <ac:chgData name="Matheus Ferreira" userId="6812419b9d4db205" providerId="LiveId" clId="{3686751A-7E85-438C-A520-65A5FC13965D}" dt="2026-01-23T17:27:41.367" v="84" actId="207"/>
          <ac:spMkLst>
            <pc:docMk/>
            <pc:sldMk cId="3211902230" sldId="256"/>
            <ac:spMk id="15" creationId="{3A1D6D8D-EC66-921E-FF4C-6A3A22C8565A}"/>
          </ac:spMkLst>
        </pc:spChg>
        <pc:spChg chg="mod">
          <ac:chgData name="Matheus Ferreira" userId="6812419b9d4db205" providerId="LiveId" clId="{3686751A-7E85-438C-A520-65A5FC13965D}" dt="2026-01-23T21:48:31.621" v="140" actId="14100"/>
          <ac:spMkLst>
            <pc:docMk/>
            <pc:sldMk cId="3211902230" sldId="256"/>
            <ac:spMk id="19" creationId="{A200E135-D7BA-F484-E5DC-84C5D8CCCACF}"/>
          </ac:spMkLst>
        </pc:spChg>
        <pc:spChg chg="mod">
          <ac:chgData name="Matheus Ferreira" userId="6812419b9d4db205" providerId="LiveId" clId="{3686751A-7E85-438C-A520-65A5FC13965D}" dt="2026-01-23T17:23:29.939" v="52" actId="108"/>
          <ac:spMkLst>
            <pc:docMk/>
            <pc:sldMk cId="3211902230" sldId="256"/>
            <ac:spMk id="20" creationId="{C57C9619-849C-7A82-6796-C940B23E7948}"/>
          </ac:spMkLst>
        </pc:spChg>
        <pc:spChg chg="mod">
          <ac:chgData name="Matheus Ferreira" userId="6812419b9d4db205" providerId="LiveId" clId="{3686751A-7E85-438C-A520-65A5FC13965D}" dt="2026-01-23T17:23:32.177" v="53" actId="108"/>
          <ac:spMkLst>
            <pc:docMk/>
            <pc:sldMk cId="3211902230" sldId="256"/>
            <ac:spMk id="21" creationId="{1491B325-6D5C-F03D-3650-D3B152816631}"/>
          </ac:spMkLst>
        </pc:spChg>
        <pc:spChg chg="mod">
          <ac:chgData name="Matheus Ferreira" userId="6812419b9d4db205" providerId="LiveId" clId="{3686751A-7E85-438C-A520-65A5FC13965D}" dt="2026-01-23T17:23:35.572" v="54" actId="108"/>
          <ac:spMkLst>
            <pc:docMk/>
            <pc:sldMk cId="3211902230" sldId="256"/>
            <ac:spMk id="22" creationId="{29EE5F54-34FA-24B9-DF82-A5A43E0D902E}"/>
          </ac:spMkLst>
        </pc:spChg>
        <pc:spChg chg="mod">
          <ac:chgData name="Matheus Ferreira" userId="6812419b9d4db205" providerId="LiveId" clId="{3686751A-7E85-438C-A520-65A5FC13965D}" dt="2026-01-23T21:48:34.323" v="141" actId="14100"/>
          <ac:spMkLst>
            <pc:docMk/>
            <pc:sldMk cId="3211902230" sldId="256"/>
            <ac:spMk id="23" creationId="{9A39DADC-8AB9-4D96-8FC6-DA736ED29262}"/>
          </ac:spMkLst>
        </pc:spChg>
        <pc:spChg chg="mod">
          <ac:chgData name="Matheus Ferreira" userId="6812419b9d4db205" providerId="LiveId" clId="{3686751A-7E85-438C-A520-65A5FC13965D}" dt="2026-01-23T21:48:37.471" v="142" actId="14100"/>
          <ac:spMkLst>
            <pc:docMk/>
            <pc:sldMk cId="3211902230" sldId="256"/>
            <ac:spMk id="24" creationId="{735E4238-5543-8048-B66A-DE344466C13F}"/>
          </ac:spMkLst>
        </pc:spChg>
        <pc:spChg chg="mod">
          <ac:chgData name="Matheus Ferreira" userId="6812419b9d4db205" providerId="LiveId" clId="{3686751A-7E85-438C-A520-65A5FC13965D}" dt="2026-01-23T21:48:27.481" v="139" actId="14100"/>
          <ac:spMkLst>
            <pc:docMk/>
            <pc:sldMk cId="3211902230" sldId="256"/>
            <ac:spMk id="25" creationId="{66AA8764-E26E-37F4-7950-77C82C4A844B}"/>
          </ac:spMkLst>
        </pc:spChg>
        <pc:picChg chg="add del mod">
          <ac:chgData name="Matheus Ferreira" userId="6812419b9d4db205" providerId="LiveId" clId="{3686751A-7E85-438C-A520-65A5FC13965D}" dt="2026-01-23T17:20:33.607" v="31" actId="478"/>
          <ac:picMkLst>
            <pc:docMk/>
            <pc:sldMk cId="3211902230" sldId="256"/>
            <ac:picMk id="8" creationId="{021C19D6-BBB2-9A1F-6FC8-CC88EBD9488C}"/>
          </ac:picMkLst>
        </pc:picChg>
        <pc:picChg chg="add mod">
          <ac:chgData name="Matheus Ferreira" userId="6812419b9d4db205" providerId="LiveId" clId="{3686751A-7E85-438C-A520-65A5FC13965D}" dt="2026-01-23T17:21:48.224" v="40" actId="207"/>
          <ac:picMkLst>
            <pc:docMk/>
            <pc:sldMk cId="3211902230" sldId="256"/>
            <ac:picMk id="10" creationId="{A81F43D0-192E-7BBF-84A9-864BA7209015}"/>
          </ac:picMkLst>
        </pc:picChg>
        <pc:picChg chg="add del mod">
          <ac:chgData name="Matheus Ferreira" userId="6812419b9d4db205" providerId="LiveId" clId="{3686751A-7E85-438C-A520-65A5FC13965D}" dt="2026-01-23T17:31:33.022" v="95" actId="478"/>
          <ac:picMkLst>
            <pc:docMk/>
            <pc:sldMk cId="3211902230" sldId="256"/>
            <ac:picMk id="17" creationId="{0255FF50-FD62-8A02-46AF-31803F005E79}"/>
          </ac:picMkLst>
        </pc:picChg>
        <pc:picChg chg="add del mod">
          <ac:chgData name="Matheus Ferreira" userId="6812419b9d4db205" providerId="LiveId" clId="{3686751A-7E85-438C-A520-65A5FC13965D}" dt="2026-01-23T17:35:55.383" v="113" actId="478"/>
          <ac:picMkLst>
            <pc:docMk/>
            <pc:sldMk cId="3211902230" sldId="256"/>
            <ac:picMk id="26" creationId="{F0E398E4-940C-6BF1-7829-7A8524FF276B}"/>
          </ac:picMkLst>
        </pc:picChg>
        <pc:picChg chg="add mod">
          <ac:chgData name="Matheus Ferreira" userId="6812419b9d4db205" providerId="LiveId" clId="{3686751A-7E85-438C-A520-65A5FC13965D}" dt="2026-01-23T17:41:12.656" v="130" actId="1076"/>
          <ac:picMkLst>
            <pc:docMk/>
            <pc:sldMk cId="3211902230" sldId="256"/>
            <ac:picMk id="28" creationId="{16CA6C13-6848-D7AC-1F43-D0D169DEA8B1}"/>
          </ac:picMkLst>
        </pc:picChg>
        <pc:picChg chg="add mod">
          <ac:chgData name="Matheus Ferreira" userId="6812419b9d4db205" providerId="LiveId" clId="{3686751A-7E85-438C-A520-65A5FC13965D}" dt="2026-01-23T17:36:37.857" v="115" actId="207"/>
          <ac:picMkLst>
            <pc:docMk/>
            <pc:sldMk cId="3211902230" sldId="256"/>
            <ac:picMk id="30" creationId="{5F9EF103-BCA5-8B76-FA2D-48E87D81C1C2}"/>
          </ac:picMkLst>
        </pc:picChg>
        <pc:picChg chg="add del mod">
          <ac:chgData name="Matheus Ferreira" userId="6812419b9d4db205" providerId="LiveId" clId="{3686751A-7E85-438C-A520-65A5FC13965D}" dt="2026-01-23T17:39:22.385" v="122" actId="478"/>
          <ac:picMkLst>
            <pc:docMk/>
            <pc:sldMk cId="3211902230" sldId="256"/>
            <ac:picMk id="32" creationId="{CE759AF5-7F25-E3F5-49B6-8DBE990F4CB0}"/>
          </ac:picMkLst>
        </pc:picChg>
        <pc:picChg chg="add mod">
          <ac:chgData name="Matheus Ferreira" userId="6812419b9d4db205" providerId="LiveId" clId="{3686751A-7E85-438C-A520-65A5FC13965D}" dt="2026-01-23T17:40:30.165" v="129" actId="1076"/>
          <ac:picMkLst>
            <pc:docMk/>
            <pc:sldMk cId="3211902230" sldId="256"/>
            <ac:picMk id="34" creationId="{70777EA6-23D7-7740-C7C9-D2C5DFBA347F}"/>
          </ac:picMkLst>
        </pc:picChg>
        <pc:picChg chg="add mod">
          <ac:chgData name="Matheus Ferreira" userId="6812419b9d4db205" providerId="LiveId" clId="{3686751A-7E85-438C-A520-65A5FC13965D}" dt="2026-01-23T17:44:31.571" v="137" actId="1076"/>
          <ac:picMkLst>
            <pc:docMk/>
            <pc:sldMk cId="3211902230" sldId="256"/>
            <ac:picMk id="36" creationId="{B8FF45AD-27EF-4AE9-507C-96E9EA0C672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CFF89B-FFA1-A789-F1DC-8813BBB422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15A1595-C1D8-DA26-4198-1EBC7A57C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16392C-8EB0-4C10-74B7-224794DF7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9E0B6B3-F903-439E-3ABB-190EE7ACC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DF141C0-E931-624A-FE0D-44FE39237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42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295A6F-A817-9570-B019-9D8C6DAB9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11C250-8CD4-A453-E4EE-5E8871FC6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32055D2-9923-5D42-87CB-824FAB118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C5BADE1-2F42-13FC-FC0C-D6C458739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21EB047-DC02-779B-2D14-0FD8F50BB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0340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A77BB2-1A26-DF5A-C445-B5851DB06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172D8C4-0F7A-25D4-E8F3-B9A228C48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8BF099-3AD7-AFB3-6034-CE46D5E42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0F6493D-893B-AD23-0F74-7D9510020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E05890-A33A-C3F6-E7B7-501B11C57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8759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0EC7C8-D824-E95F-6FD9-6A24D021D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013D4AA-8AE8-AB77-3D69-34B4E6AE8D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B98D6A2-2936-B5A6-A27B-B342DAFC53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85D6C82-977C-46BF-44DF-2D036EC01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E0089B-39B8-DA2E-8B9A-AE95CD3C7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CFDF40D-E2F0-6A55-8E9A-151F1ACA5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900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B7A7AF-D50A-6DB3-A4AC-C2E7B0AF8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53EB37-D22F-D1D1-ED02-F66339F07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3CCEE88-7843-9C14-99D5-FEF5F6817A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0C35234-2B68-4B80-E483-0A9712BA98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F954657-660A-3588-15B7-8B7D55EA4A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E462DF9-63BF-3D46-3BA3-80409F0F0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60C752A-2D61-5CFE-89CB-EA51C2ED1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CC5CF16-00F0-C9D4-F880-E094A5049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8124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71014D-C8BD-D940-6ED1-6199AA042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6B48B02-BD52-16F2-29A4-0DF333441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30F1BCE-3993-742D-881C-0586C2D6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AFA49FC-9244-5D7B-642C-2476B898F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928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0353A3A-1FFE-1477-590A-457A909E5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419FDC9-DB90-3B75-BE4B-BBA31D52E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4B2A38-7158-2360-A2FF-390FB6ED9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1001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E5EDE-17C3-7DAE-0926-2F41AEDEC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62D463-F047-30D1-89DF-FA1EE43DF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6AD749D-BD9A-1CF8-FD77-179624FBC7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D5CDFD8-0FF4-4D34-1ABD-E46204B9F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35A077-5C26-7A3A-594F-158C43F8C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A2C71-BAD7-B948-5440-3D580E327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8687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503170-6028-3534-71A5-C88D95548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56CE1C2-8B5F-031F-1E50-A8981E0061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7D68EC-38B3-31EA-D903-C33FDE8FC0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520B34-A09C-9580-9D32-44D1B852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FF28CF9-B58B-1FDE-E802-613819733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8B7C61A-7F37-AACB-2C94-87B2D3949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8656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54F69-86B8-1138-503F-604FE1DB9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60FBB29-3593-057C-CD4C-7EC1BF176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971595A-F2CF-1D3A-4EAF-09EF09E73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47A8C3-1DEB-57DC-D4F5-D5DFA4A98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1ED67A-645F-3DFA-ED48-77A4B2952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4251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A371142-02C6-0A2B-58F9-F279403549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4D0FD81-E40E-E7FC-CC13-499D63D7AC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490E50B-C865-8EF1-EF8B-17F44C009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2A89B5-CB39-573E-2853-D8869B944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20FA7AD-5AC6-C538-BEF5-E342A1F74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432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E800F6B-6D48-1054-9658-D1620F6E4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5447FB2-CB37-BE8A-5642-B9E123307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50775CB-4274-88B3-F5B0-ACA1E8CE95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85AF4-6350-4827-A616-925DAD233DD0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058531F-4E98-7B66-4950-57D499E575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59585B-C38D-B8DD-5FC1-80C6CEAE8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764D36-E465-4B55-88DC-95BA850BC1C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7607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2C62FD-7D54-1686-54A1-D223356F2B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5A47A37-8980-32C3-8ECB-9E2EE6FAEE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A36E647-5797-077C-F2A7-FE0100EBE18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A200E135-D7BA-F484-E5DC-84C5D8CCCACF}"/>
              </a:ext>
            </a:extLst>
          </p:cNvPr>
          <p:cNvSpPr/>
          <p:nvPr/>
        </p:nvSpPr>
        <p:spPr>
          <a:xfrm>
            <a:off x="123750" y="767131"/>
            <a:ext cx="2964748" cy="1117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C57C9619-849C-7A82-6796-C940B23E7948}"/>
              </a:ext>
            </a:extLst>
          </p:cNvPr>
          <p:cNvSpPr/>
          <p:nvPr/>
        </p:nvSpPr>
        <p:spPr>
          <a:xfrm>
            <a:off x="3205502" y="747537"/>
            <a:ext cx="2890498" cy="1117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1491B325-6D5C-F03D-3650-D3B152816631}"/>
              </a:ext>
            </a:extLst>
          </p:cNvPr>
          <p:cNvSpPr/>
          <p:nvPr/>
        </p:nvSpPr>
        <p:spPr>
          <a:xfrm>
            <a:off x="6204003" y="738000"/>
            <a:ext cx="2890498" cy="111795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29EE5F54-34FA-24B9-DF82-A5A43E0D902E}"/>
              </a:ext>
            </a:extLst>
          </p:cNvPr>
          <p:cNvSpPr/>
          <p:nvPr/>
        </p:nvSpPr>
        <p:spPr>
          <a:xfrm>
            <a:off x="9177752" y="757427"/>
            <a:ext cx="2890498" cy="1117950"/>
          </a:xfrm>
          <a:prstGeom prst="roundRect">
            <a:avLst>
              <a:gd name="adj" fmla="val 13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9A39DADC-8AB9-4D96-8FC6-DA736ED29262}"/>
              </a:ext>
            </a:extLst>
          </p:cNvPr>
          <p:cNvSpPr/>
          <p:nvPr/>
        </p:nvSpPr>
        <p:spPr>
          <a:xfrm>
            <a:off x="123750" y="2083081"/>
            <a:ext cx="5963249" cy="2238907"/>
          </a:xfrm>
          <a:prstGeom prst="roundRect">
            <a:avLst>
              <a:gd name="adj" fmla="val 3337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65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735E4238-5543-8048-B66A-DE344466C13F}"/>
              </a:ext>
            </a:extLst>
          </p:cNvPr>
          <p:cNvSpPr/>
          <p:nvPr/>
        </p:nvSpPr>
        <p:spPr>
          <a:xfrm>
            <a:off x="123750" y="4421093"/>
            <a:ext cx="5954248" cy="2238907"/>
          </a:xfrm>
          <a:prstGeom prst="roundRect">
            <a:avLst>
              <a:gd name="adj" fmla="val 1916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66AA8764-E26E-37F4-7950-77C82C4A844B}"/>
              </a:ext>
            </a:extLst>
          </p:cNvPr>
          <p:cNvSpPr/>
          <p:nvPr/>
        </p:nvSpPr>
        <p:spPr>
          <a:xfrm>
            <a:off x="6204002" y="2057300"/>
            <a:ext cx="5864248" cy="4622294"/>
          </a:xfrm>
          <a:prstGeom prst="roundRect">
            <a:avLst>
              <a:gd name="adj" fmla="val 2577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chemeClr val="bg1">
                <a:lumMod val="50000"/>
                <a:alpha val="2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DF23EF4-654F-03AF-7E28-4C3DDDBEECED}"/>
              </a:ext>
            </a:extLst>
          </p:cNvPr>
          <p:cNvSpPr/>
          <p:nvPr/>
        </p:nvSpPr>
        <p:spPr>
          <a:xfrm>
            <a:off x="0" y="0"/>
            <a:ext cx="12192000" cy="588725"/>
          </a:xfrm>
          <a:prstGeom prst="roundRect">
            <a:avLst>
              <a:gd name="adj" fmla="val 6533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tx1">
                <a:lumMod val="50000"/>
                <a:lumOff val="50000"/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Gráfico 9" descr="Pegadas de sapato estrutura de tópicos">
            <a:extLst>
              <a:ext uri="{FF2B5EF4-FFF2-40B4-BE49-F238E27FC236}">
                <a16:creationId xmlns:a16="http://schemas.microsoft.com/office/drawing/2014/main" id="{A81F43D0-192E-7BBF-84A9-864BA7209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53353" y="803709"/>
            <a:ext cx="241308" cy="241308"/>
          </a:xfrm>
          <a:prstGeom prst="rect">
            <a:avLst/>
          </a:prstGeom>
        </p:spPr>
      </p:pic>
      <p:sp>
        <p:nvSpPr>
          <p:cNvPr id="12" name="Retângulo: Único Canto Arredondado 11">
            <a:extLst>
              <a:ext uri="{FF2B5EF4-FFF2-40B4-BE49-F238E27FC236}">
                <a16:creationId xmlns:a16="http://schemas.microsoft.com/office/drawing/2014/main" id="{193178A6-418E-8776-FB03-642B0FF05616}"/>
              </a:ext>
            </a:extLst>
          </p:cNvPr>
          <p:cNvSpPr/>
          <p:nvPr/>
        </p:nvSpPr>
        <p:spPr>
          <a:xfrm rot="10800000">
            <a:off x="2679589" y="767131"/>
            <a:ext cx="402162" cy="277886"/>
          </a:xfrm>
          <a:prstGeom prst="round1Rect">
            <a:avLst>
              <a:gd name="adj" fmla="val 45280"/>
            </a:avLst>
          </a:prstGeom>
          <a:solidFill>
            <a:srgbClr val="25BD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Único Canto Arredondado 12">
            <a:extLst>
              <a:ext uri="{FF2B5EF4-FFF2-40B4-BE49-F238E27FC236}">
                <a16:creationId xmlns:a16="http://schemas.microsoft.com/office/drawing/2014/main" id="{1091B80A-64F8-04D8-6D1A-9A28EB87655D}"/>
              </a:ext>
            </a:extLst>
          </p:cNvPr>
          <p:cNvSpPr/>
          <p:nvPr/>
        </p:nvSpPr>
        <p:spPr>
          <a:xfrm rot="10800000">
            <a:off x="5684837" y="757427"/>
            <a:ext cx="402162" cy="277886"/>
          </a:xfrm>
          <a:prstGeom prst="round1Rect">
            <a:avLst>
              <a:gd name="adj" fmla="val 45280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Retângulo: Único Canto Arredondado 13">
            <a:extLst>
              <a:ext uri="{FF2B5EF4-FFF2-40B4-BE49-F238E27FC236}">
                <a16:creationId xmlns:a16="http://schemas.microsoft.com/office/drawing/2014/main" id="{0509D012-2256-CCCA-E2E0-5091216D59C5}"/>
              </a:ext>
            </a:extLst>
          </p:cNvPr>
          <p:cNvSpPr/>
          <p:nvPr/>
        </p:nvSpPr>
        <p:spPr>
          <a:xfrm rot="10800000">
            <a:off x="8692339" y="757427"/>
            <a:ext cx="402162" cy="277886"/>
          </a:xfrm>
          <a:prstGeom prst="round1Rect">
            <a:avLst>
              <a:gd name="adj" fmla="val 45280"/>
            </a:avLst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Único Canto Arredondado 14">
            <a:extLst>
              <a:ext uri="{FF2B5EF4-FFF2-40B4-BE49-F238E27FC236}">
                <a16:creationId xmlns:a16="http://schemas.microsoft.com/office/drawing/2014/main" id="{3A1D6D8D-EC66-921E-FF4C-6A3A22C8565A}"/>
              </a:ext>
            </a:extLst>
          </p:cNvPr>
          <p:cNvSpPr/>
          <p:nvPr/>
        </p:nvSpPr>
        <p:spPr>
          <a:xfrm rot="10800000">
            <a:off x="11666088" y="757427"/>
            <a:ext cx="402162" cy="277886"/>
          </a:xfrm>
          <a:prstGeom prst="round1Rect">
            <a:avLst>
              <a:gd name="adj" fmla="val 4528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8" name="Gráfico 27" descr="Relógio com preenchimento sólido">
            <a:extLst>
              <a:ext uri="{FF2B5EF4-FFF2-40B4-BE49-F238E27FC236}">
                <a16:creationId xmlns:a16="http://schemas.microsoft.com/office/drawing/2014/main" id="{16CA6C13-6848-D7AC-1F43-D0D169DEA8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750169" y="778288"/>
            <a:ext cx="234000" cy="234000"/>
          </a:xfrm>
          <a:prstGeom prst="rect">
            <a:avLst/>
          </a:prstGeom>
        </p:spPr>
      </p:pic>
      <p:pic>
        <p:nvPicPr>
          <p:cNvPr id="30" name="Gráfico 29" descr="Seta circular com preenchimento sólido">
            <a:extLst>
              <a:ext uri="{FF2B5EF4-FFF2-40B4-BE49-F238E27FC236}">
                <a16:creationId xmlns:a16="http://schemas.microsoft.com/office/drawing/2014/main" id="{5F9EF103-BCA5-8B76-FA2D-48E87D81C1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68648" y="794773"/>
            <a:ext cx="234000" cy="234000"/>
          </a:xfrm>
          <a:prstGeom prst="rect">
            <a:avLst/>
          </a:prstGeom>
        </p:spPr>
      </p:pic>
      <p:pic>
        <p:nvPicPr>
          <p:cNvPr id="34" name="Gráfico 33" descr="Símbolo de raiva com preenchimento sólido">
            <a:extLst>
              <a:ext uri="{FF2B5EF4-FFF2-40B4-BE49-F238E27FC236}">
                <a16:creationId xmlns:a16="http://schemas.microsoft.com/office/drawing/2014/main" id="{70777EA6-23D7-7740-C7C9-D2C5DFBA347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76420" y="778288"/>
            <a:ext cx="234000" cy="234000"/>
          </a:xfrm>
          <a:prstGeom prst="rect">
            <a:avLst/>
          </a:prstGeom>
        </p:spPr>
      </p:pic>
      <p:pic>
        <p:nvPicPr>
          <p:cNvPr id="36" name="Gráfico 35" descr="Marca de seleção com preenchimento sólido">
            <a:extLst>
              <a:ext uri="{FF2B5EF4-FFF2-40B4-BE49-F238E27FC236}">
                <a16:creationId xmlns:a16="http://schemas.microsoft.com/office/drawing/2014/main" id="{B8FF45AD-27EF-4AE9-507C-96E9EA0C672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94500" y="803637"/>
            <a:ext cx="198000" cy="19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90223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Matheus Ferreira</dc:creator>
  <cp:lastModifiedBy>Matheus Ferreira</cp:lastModifiedBy>
  <cp:revision>1</cp:revision>
  <dcterms:created xsi:type="dcterms:W3CDTF">2026-01-22T19:19:49Z</dcterms:created>
  <dcterms:modified xsi:type="dcterms:W3CDTF">2026-01-23T21:48:37Z</dcterms:modified>
</cp:coreProperties>
</file>