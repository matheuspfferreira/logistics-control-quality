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FF89B-FFA1-A789-F1DC-8813BBB42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5A1595-C1D8-DA26-4198-1EBC7A57C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16392C-8EB0-4C10-74B7-224794DF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E0B6B3-F903-439E-3ABB-190EE7ACC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F141C0-E931-624A-FE0D-44FE3923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2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95A6F-A817-9570-B019-9D8C6DAB9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11C250-8CD4-A453-E4EE-5E8871FC6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32055D2-9923-5D42-87CB-824FAB11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5BADE1-2F42-13FC-FC0C-D6C458739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1EB047-DC02-779B-2D14-0FD8F50B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034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77BB2-1A26-DF5A-C445-B5851DB06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72D8C4-0F7A-25D4-E8F3-B9A228C48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8BF099-3AD7-AFB3-6034-CE46D5E42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F6493D-893B-AD23-0F74-7D951002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E05890-A33A-C3F6-E7B7-501B11C5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75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EC7C8-D824-E95F-6FD9-6A24D021D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13D4AA-8AE8-AB77-3D69-34B4E6AE8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98D6A2-2936-B5A6-A27B-B342DAFC5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5D6C82-977C-46BF-44DF-2D036EC0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E0089B-39B8-DA2E-8B9A-AE95CD3C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FDF40D-E2F0-6A55-8E9A-151F1ACA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900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7A7AF-D50A-6DB3-A4AC-C2E7B0AF8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53EB37-D22F-D1D1-ED02-F66339F07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CCEE88-7843-9C14-99D5-FEF5F6817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0C35234-2B68-4B80-E483-0A9712BA98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F954657-660A-3588-15B7-8B7D55EA4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E462DF9-63BF-3D46-3BA3-80409F0F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60C752A-2D61-5CFE-89CB-EA51C2ED1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C5CF16-00F0-C9D4-F880-E094A5049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8124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1014D-C8BD-D940-6ED1-6199AA042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6B48B02-BD52-16F2-29A4-0DF33344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30F1BCE-3993-742D-881C-0586C2D67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FA49FC-9244-5D7B-642C-2476B898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6928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353A3A-1FFE-1477-590A-457A909E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419FDC9-DB90-3B75-BE4B-BBA31D52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4B2A38-7158-2360-A2FF-390FB6ED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100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E5EDE-17C3-7DAE-0926-2F41AEDEC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62D463-F047-30D1-89DF-FA1EE43DF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AD749D-BD9A-1CF8-FD77-179624FBC7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5CDFD8-0FF4-4D34-1ABD-E46204B9F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35A077-5C26-7A3A-594F-158C43F8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EA2C71-BAD7-B948-5440-3D580E32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687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03170-6028-3534-71A5-C88D9554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6CE1C2-8B5F-031F-1E50-A8981E0061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7D68EC-38B3-31EA-D903-C33FDE8FC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520B34-A09C-9580-9D32-44D1B852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F28CF9-B58B-1FDE-E802-61381973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B7C61A-7F37-AACB-2C94-87B2D3949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656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54F69-86B8-1138-503F-604FE1DB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60FBB29-3593-057C-CD4C-7EC1BF176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71595A-F2CF-1D3A-4EAF-09EF09E73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47A8C3-1DEB-57DC-D4F5-D5DFA4A9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1ED67A-645F-3DFA-ED48-77A4B295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4251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371142-02C6-0A2B-58F9-F279403549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D0FD81-E40E-E7FC-CC13-499D63D7A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90E50B-C865-8EF1-EF8B-17F44C00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2A89B5-CB39-573E-2853-D8869B944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0FA7AD-5AC6-C538-BEF5-E342A1F7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7432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800F6B-6D48-1054-9658-D1620F6E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447FB2-CB37-BE8A-5642-B9E123307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0775CB-4274-88B3-F5B0-ACA1E8CE9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85AF4-6350-4827-A616-925DAD233DD0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58531F-4E98-7B66-4950-57D499E57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59585B-C38D-B8DD-5FC1-80C6CEAE8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64D36-E465-4B55-88DC-95BA850BC1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7607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C62FD-7D54-1686-54A1-D223356F2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A47A37-8980-32C3-8ECB-9E2EE6FAEE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A36E647-5797-077C-F2A7-FE0100EBE1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A200E135-D7BA-F484-E5DC-84C5D8CCCACF}"/>
              </a:ext>
            </a:extLst>
          </p:cNvPr>
          <p:cNvSpPr/>
          <p:nvPr/>
        </p:nvSpPr>
        <p:spPr>
          <a:xfrm>
            <a:off x="198000" y="767131"/>
            <a:ext cx="2890498" cy="1117950"/>
          </a:xfrm>
          <a:prstGeom prst="roundRect">
            <a:avLst>
              <a:gd name="adj" fmla="val 653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57C9619-849C-7A82-6796-C940B23E7948}"/>
              </a:ext>
            </a:extLst>
          </p:cNvPr>
          <p:cNvSpPr/>
          <p:nvPr/>
        </p:nvSpPr>
        <p:spPr>
          <a:xfrm>
            <a:off x="3205502" y="747537"/>
            <a:ext cx="2890498" cy="1117950"/>
          </a:xfrm>
          <a:prstGeom prst="roundRect">
            <a:avLst>
              <a:gd name="adj" fmla="val 653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1491B325-6D5C-F03D-3650-D3B152816631}"/>
              </a:ext>
            </a:extLst>
          </p:cNvPr>
          <p:cNvSpPr/>
          <p:nvPr/>
        </p:nvSpPr>
        <p:spPr>
          <a:xfrm>
            <a:off x="6204003" y="738000"/>
            <a:ext cx="2890498" cy="1117950"/>
          </a:xfrm>
          <a:prstGeom prst="roundRect">
            <a:avLst>
              <a:gd name="adj" fmla="val 653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9EE5F54-34FA-24B9-DF82-A5A43E0D902E}"/>
              </a:ext>
            </a:extLst>
          </p:cNvPr>
          <p:cNvSpPr/>
          <p:nvPr/>
        </p:nvSpPr>
        <p:spPr>
          <a:xfrm>
            <a:off x="9177752" y="757427"/>
            <a:ext cx="2890498" cy="1117950"/>
          </a:xfrm>
          <a:prstGeom prst="roundRect">
            <a:avLst>
              <a:gd name="adj" fmla="val 6533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9A39DADC-8AB9-4D96-8FC6-DA736ED29262}"/>
              </a:ext>
            </a:extLst>
          </p:cNvPr>
          <p:cNvSpPr/>
          <p:nvPr/>
        </p:nvSpPr>
        <p:spPr>
          <a:xfrm>
            <a:off x="207001" y="2083081"/>
            <a:ext cx="5879998" cy="2238907"/>
          </a:xfrm>
          <a:prstGeom prst="roundRect">
            <a:avLst>
              <a:gd name="adj" fmla="val 333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735E4238-5543-8048-B66A-DE344466C13F}"/>
              </a:ext>
            </a:extLst>
          </p:cNvPr>
          <p:cNvSpPr/>
          <p:nvPr/>
        </p:nvSpPr>
        <p:spPr>
          <a:xfrm>
            <a:off x="198000" y="4421093"/>
            <a:ext cx="5879998" cy="2238907"/>
          </a:xfrm>
          <a:prstGeom prst="roundRect">
            <a:avLst>
              <a:gd name="adj" fmla="val 191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66AA8764-E26E-37F4-7950-77C82C4A844B}"/>
              </a:ext>
            </a:extLst>
          </p:cNvPr>
          <p:cNvSpPr/>
          <p:nvPr/>
        </p:nvSpPr>
        <p:spPr>
          <a:xfrm>
            <a:off x="6204002" y="2057300"/>
            <a:ext cx="5789997" cy="4622294"/>
          </a:xfrm>
          <a:prstGeom prst="roundRect">
            <a:avLst>
              <a:gd name="adj" fmla="val 2577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tx1">
                <a:lumMod val="50000"/>
                <a:lumOff val="50000"/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9022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Ferreira</dc:creator>
  <cp:lastModifiedBy>Matheus Ferreira</cp:lastModifiedBy>
  <cp:revision>1</cp:revision>
  <dcterms:created xsi:type="dcterms:W3CDTF">2026-01-22T19:19:49Z</dcterms:created>
  <dcterms:modified xsi:type="dcterms:W3CDTF">2026-01-22T21:38:07Z</dcterms:modified>
</cp:coreProperties>
</file>